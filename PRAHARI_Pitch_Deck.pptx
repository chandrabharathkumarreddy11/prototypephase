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Say the project name, then read the hero line. Pause on 'where, when, and why.' This is the whole thesis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three numbers. The punchline is the third: zero systems know a vehicle's history. That sets up our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five layers. Linger on layer 3 — that's where we leave other teams behind. Layers 1-2 satisfy the brief; 3-5 are the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the heart of the pitch. DNA = memory. JHI = one number a commissioner acts on. Forecast = we know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trust-builder. Read the 'why' bullets aloud — that reasoning is what makes a real commissioner act. Most teams only show the action, not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row — point at 'vehicle memory' and 'enforcement direction.' Those two lines are the whole story: we remember, and we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judge's 'but can it actually be deployed?' question. Edge does the heavy CV; cloud does intelligence; clients consume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impact numbers, then land the final line slowly. That sentence is what you want the judges to remember when they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029200" cy="5029200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HACKATHON 2.0   ·   THEME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PRAHARI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Road Analytics &amp; Hotspot Intelligence for Enforcement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captures violations. </a:t>
            </a:r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tells authorities where to act, when to act, and why it matters.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7040880" cy="566928"/>
          </a:xfrm>
          <a:prstGeom prst="roundRect">
            <a:avLst>
              <a:gd name="adj" fmla="val 50000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not the final goal. Better enforcement decisions are.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Traffic Enforcement, Prevention &amp; Decision Intelligence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is data-rich but intelligence-poor.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1554480"/>
          </a:xfrm>
          <a:prstGeom prst="roundRect">
            <a:avLst>
              <a:gd name="adj" fmla="val 5294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8,000+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across the 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965960"/>
            <a:ext cx="3383280" cy="1554480"/>
          </a:xfrm>
          <a:prstGeom prst="roundRect">
            <a:avLst>
              <a:gd name="adj" fmla="val 5294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6344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footage reviewed by humans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383280" cy="1554480"/>
          </a:xfrm>
          <a:prstGeom prst="roundRect">
            <a:avLst>
              <a:gd name="adj" fmla="val 5294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2104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know a vehicle's history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approaches fall short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without 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treated in isolation — no idea if a vehicle is a repeat offender.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4074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direction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detected violation never tells an officer where to be or whom to prioritise.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45896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by design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669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happens after violations occur — never predicts or pre-empts.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545896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metrics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669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0.87 sounds good but tells a commissioner nothing about whether the city is safer.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Solution: PRAHARI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five-layer Traffic Intelligence Platform — detection is the floor, not the ceiling.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86384"/>
          </a:xfrm>
          <a:prstGeom prst="roundRect">
            <a:avLst>
              <a:gd name="adj" fmla="val 10465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84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20848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streams · uploads · GPS · historical records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862072"/>
            <a:ext cx="10515600" cy="786384"/>
          </a:xfrm>
          <a:prstGeom prst="roundRect">
            <a:avLst>
              <a:gd name="adj" fmla="val 10465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3026664"/>
            <a:ext cx="457200" cy="45720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29809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Engine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9809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 · 7-class violations · plate OCR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758184"/>
            <a:ext cx="10515600" cy="786384"/>
          </a:xfrm>
          <a:prstGeom prst="roundRect">
            <a:avLst>
              <a:gd name="adj" fmla="val 10465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922776"/>
            <a:ext cx="457200" cy="45720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38770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54880" y="38770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DNA · LSTM forecast · Junction Health Index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69680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654296"/>
            <a:ext cx="10515600" cy="786384"/>
          </a:xfrm>
          <a:prstGeom prst="roundRect">
            <a:avLst>
              <a:gd name="adj" fmla="val 10465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4818888"/>
            <a:ext cx="457200" cy="4572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83080" y="47731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4880" y="4773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deployment optimizer · enforcement ROI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5550408"/>
            <a:ext cx="10515600" cy="786384"/>
          </a:xfrm>
          <a:prstGeom prst="roundRect">
            <a:avLst>
              <a:gd name="adj" fmla="val 10465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5715000"/>
            <a:ext cx="457200" cy="457200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83080" y="5669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75488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dashboard · officer app · evidence packets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Intelligence Layer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engines that turn detections into decisions.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3172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DNA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gets a 0–100 recidivism score from violation frequency, severity &amp; recency.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3000" y="50749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5074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offenders auto-escalated.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53128" y="20116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233172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Health Index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2971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0–100 score per junction, updated hourly. Replaces a 10-page weekly report.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50749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3B82F6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5074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Board today: 94 · Critical.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20116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233172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951976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Forecast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03336" y="2971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trained on 90 days predicts violation spikes per junction, event &amp; weather adjusted.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03336" y="50749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40496" y="5074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Board Mon 6–8 PM: +62%.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Explainable AI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shows the reasoning — so authorities can trust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· Silk Board Junction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212140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2121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 officers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camera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wrong-side awareness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RECOMMENDATION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480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Wrong-side driving forecast: +62%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Health Index: 94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habitual offenders in last 7 days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accident probability at peak hours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920240"/>
            <a:ext cx="4800600" cy="1280160"/>
          </a:xfrm>
          <a:prstGeom prst="roundRect">
            <a:avLst>
              <a:gd name="adj" fmla="val 6429"/>
            </a:avLst>
          </a:prstGeom>
          <a:solidFill>
            <a:srgbClr val="16244A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0299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5820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prevented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3355848"/>
            <a:ext cx="4800600" cy="1280160"/>
          </a:xfrm>
          <a:prstGeom prst="roundRect">
            <a:avLst>
              <a:gd name="adj" fmla="val 6429"/>
            </a:avLst>
          </a:prstGeom>
          <a:solidFill>
            <a:srgbClr val="16244A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34655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458200" y="335584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risk reduced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4791456"/>
            <a:ext cx="4800600" cy="1280160"/>
          </a:xfrm>
          <a:prstGeom prst="roundRect">
            <a:avLst>
              <a:gd name="adj" fmla="val 6429"/>
            </a:avLst>
          </a:prstGeom>
          <a:solidFill>
            <a:srgbClr val="16244A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4901184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30×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458200" y="4791456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ROI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PRAHARI Stands Apart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answers “did it happen?” PRAHARI answers “what do we do next?”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Detection-only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PRAHARI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each image isolated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Behavioural DNA, 30-day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officer deployment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48-hour LSTM forecast per junction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City-level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of violations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Health Index leaderboard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 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packet + hash signature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offenders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B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7C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escalation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Deploy City-Wide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→ Cloud → Clients. Add 100 cameras with zero model retraining.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393192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camera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315468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→ TensorRT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Sub-200ms local alerts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bandwidth saved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0" y="3657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53128" y="2011680"/>
            <a:ext cx="3383280" cy="393192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2286000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184648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84648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315468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· LSTM · JHI engines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autoscaling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44968" y="3657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7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83296" y="2011680"/>
            <a:ext cx="3383280" cy="3931920"/>
          </a:xfrm>
          <a:prstGeom prst="roundRect">
            <a:avLst>
              <a:gd name="adj" fmla="val 2432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2286000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814816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14816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49056" y="315468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Command-centre web app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mobile app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e-Challan portal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SCOC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4754880" cy="47548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Citizens Can Feel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daily impact of PRAHARI-guided enforcement.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30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prevented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53128" y="20116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2130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420 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44568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20116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74736" y="2130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74736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reduced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547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risk reduced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53128" y="34290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44568" y="3547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+31%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44568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efficiency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3296" y="34290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121C38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74736" y="3547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50K+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174736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reached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16244A"/>
          </a:solidFill>
          <a:ln w="9525">
            <a:solidFill>
              <a:srgbClr val="2437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1663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6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Detection is not the final goal.  </a:t>
            </a:r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enforcement decisions are.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Traffic Intelligence Platform</dc:title>
  <dc:subject>PptxGenJS Presentation</dc:subject>
  <dc:creator>PRAHARI Team</dc:creator>
  <cp:lastModifiedBy>PRAHARI Team</cp:lastModifiedBy>
  <cp:revision>1</cp:revision>
  <dcterms:created xsi:type="dcterms:W3CDTF">2026-06-21T16:16:54Z</dcterms:created>
  <dcterms:modified xsi:type="dcterms:W3CDTF">2026-06-21T16:16:54Z</dcterms:modified>
</cp:coreProperties>
</file>